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the user, not the technology. One concrete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sentence a judge should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to one idea. Detail belongs in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Judges probe here. Be precise about what is 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Never put an unmeasured number on this slide. Baseline or it means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back to the judging rubric's impact criterion.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Naming a real limitation buys credibility for everything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Who is hurting, and how often</a:t>
            </a:r>
          </a:p>
          <a:p>
            <a:pPr/>
            <a:r>
              <a:rPr sz="1800"/>
              <a:t>What it costs them today</a:t>
            </a:r>
          </a:p>
          <a:p>
            <a:pPr/>
            <a:r>
              <a:rPr sz="1800"/>
              <a:t>Why existing options do not fix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The non-obvious thing we noticed</a:t>
            </a:r>
          </a:p>
          <a:p>
            <a:pPr/>
            <a:r>
              <a:rPr sz="1800"/>
              <a:t>Why it changes what is buildable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Product: 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What it does, in one line</a:t>
            </a:r>
          </a:p>
          <a:p>
            <a:pPr/>
            <a:r>
              <a:rPr sz="1800"/>
              <a:t>The core interaction</a:t>
            </a:r>
          </a:p>
          <a:p>
            <a:pPr/>
            <a:r>
              <a:rPr sz="1800"/>
              <a:t>What makes it different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Architecture in three boxes</a:t>
            </a:r>
          </a:p>
          <a:p>
            <a:pPr/>
            <a:r>
              <a:rPr sz="1800"/>
              <a:t>The part that is genuinely hard</a:t>
            </a:r>
          </a:p>
          <a:p>
            <a:pPr/>
            <a:r>
              <a:rPr sz="1800"/>
              <a:t>What we built versus what we integrated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TODO: real measured figure — none available in a simulated run</a:t>
            </a:r>
          </a:p>
          <a:p>
            <a:pPr/>
            <a:r>
              <a:rPr sz="1800"/>
              <a:t>TODO: baseline to compare against</a:t>
            </a:r>
          </a:p>
          <a:p>
            <a:pPr/>
            <a:r>
              <a:rPr sz="1800"/>
              <a:t>TODO: what the number does NOT show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Who benefits and by how much</a:t>
            </a:r>
          </a:p>
          <a:p>
            <a:pPr/>
            <a:r>
              <a:rPr sz="1800"/>
              <a:t>What changes if this ships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The honest current limitation</a:t>
            </a:r>
          </a:p>
          <a:p>
            <a:pPr/>
            <a:r>
              <a:rPr sz="1800"/>
              <a:t>The next thing we would build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